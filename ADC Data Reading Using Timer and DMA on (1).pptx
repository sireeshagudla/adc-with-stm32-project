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F77F-C566-40CA-9F3E-933D32A66C8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0737-01A8-412E-8149-FB84C54A9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349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F77F-C566-40CA-9F3E-933D32A66C8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0737-01A8-412E-8149-FB84C54A9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520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F77F-C566-40CA-9F3E-933D32A66C8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0737-01A8-412E-8149-FB84C54A9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69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F77F-C566-40CA-9F3E-933D32A66C8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0737-01A8-412E-8149-FB84C54A9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968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F77F-C566-40CA-9F3E-933D32A66C8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0737-01A8-412E-8149-FB84C54A9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45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F77F-C566-40CA-9F3E-933D32A66C8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0737-01A8-412E-8149-FB84C54A9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935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F77F-C566-40CA-9F3E-933D32A66C8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0737-01A8-412E-8149-FB84C54A9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616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F77F-C566-40CA-9F3E-933D32A66C8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0737-01A8-412E-8149-FB84C54A9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947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F77F-C566-40CA-9F3E-933D32A66C8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0737-01A8-412E-8149-FB84C54A9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39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F77F-C566-40CA-9F3E-933D32A66C8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0737-01A8-412E-8149-FB84C54A9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921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F77F-C566-40CA-9F3E-933D32A66C8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0737-01A8-412E-8149-FB84C54A9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35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2F77F-C566-40CA-9F3E-933D32A66C8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70737-01A8-412E-8149-FB84C54A9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580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1628800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ADC Data Reading Using Timer and DMA on STM32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1876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100" b="1" dirty="0" smtClean="0"/>
              <a:t>BLOCK DIAGRAM</a:t>
            </a:r>
            <a:br>
              <a:rPr lang="en-IN" sz="3100" b="1" dirty="0" smtClean="0"/>
            </a:br>
            <a:endParaRPr lang="en-IN" sz="3100" dirty="0"/>
          </a:p>
        </p:txBody>
      </p:sp>
      <p:sp>
        <p:nvSpPr>
          <p:cNvPr id="4" name="Rectangle 3"/>
          <p:cNvSpPr/>
          <p:nvPr/>
        </p:nvSpPr>
        <p:spPr>
          <a:xfrm>
            <a:off x="3309730" y="1108821"/>
            <a:ext cx="2342390" cy="2016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700" dirty="0" smtClean="0"/>
              <a:t>MCU</a:t>
            </a:r>
            <a:endParaRPr lang="en-IN" sz="2700" dirty="0"/>
          </a:p>
        </p:txBody>
      </p:sp>
      <p:sp>
        <p:nvSpPr>
          <p:cNvPr id="9" name="Rectangle 8"/>
          <p:cNvSpPr/>
          <p:nvPr/>
        </p:nvSpPr>
        <p:spPr>
          <a:xfrm>
            <a:off x="6657710" y="1484785"/>
            <a:ext cx="1658706" cy="76558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SERIAL TERMINAL (Putty)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55575" y="1118555"/>
            <a:ext cx="1152128" cy="5543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PC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59632" y="2204864"/>
            <a:ext cx="1152128" cy="5543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ANALOG INPUT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429812" y="2348879"/>
            <a:ext cx="918052" cy="3379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Arrow 12"/>
          <p:cNvSpPr/>
          <p:nvPr/>
        </p:nvSpPr>
        <p:spPr>
          <a:xfrm>
            <a:off x="2407703" y="1211089"/>
            <a:ext cx="902027" cy="3692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ight Arrow 13"/>
          <p:cNvSpPr/>
          <p:nvPr/>
        </p:nvSpPr>
        <p:spPr>
          <a:xfrm>
            <a:off x="5685183" y="1780118"/>
            <a:ext cx="973946" cy="3368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138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116632"/>
            <a:ext cx="6275040" cy="562074"/>
          </a:xfrm>
        </p:spPr>
        <p:txBody>
          <a:bodyPr>
            <a:normAutofit/>
          </a:bodyPr>
          <a:lstStyle/>
          <a:p>
            <a:r>
              <a:rPr lang="en-IN" sz="2800" b="1" dirty="0" smtClean="0"/>
              <a:t>Architecture Diagram</a:t>
            </a:r>
            <a:endParaRPr lang="en-IN" sz="2500" b="1" dirty="0"/>
          </a:p>
        </p:txBody>
      </p:sp>
      <p:sp>
        <p:nvSpPr>
          <p:cNvPr id="3" name="Rectangle 2"/>
          <p:cNvSpPr/>
          <p:nvPr/>
        </p:nvSpPr>
        <p:spPr>
          <a:xfrm>
            <a:off x="3347864" y="1052736"/>
            <a:ext cx="2304256" cy="468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995936" y="683404"/>
            <a:ext cx="10801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 smtClean="0"/>
              <a:t>MCU</a:t>
            </a:r>
            <a:endParaRPr lang="en-IN" sz="2600" dirty="0"/>
          </a:p>
        </p:txBody>
      </p:sp>
      <p:sp>
        <p:nvSpPr>
          <p:cNvPr id="5" name="Rectangle 4"/>
          <p:cNvSpPr/>
          <p:nvPr/>
        </p:nvSpPr>
        <p:spPr>
          <a:xfrm>
            <a:off x="3941131" y="1118555"/>
            <a:ext cx="1152128" cy="5543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TIMER 100HZ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15814" y="2265663"/>
            <a:ext cx="1152128" cy="5543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ADC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23928" y="3445532"/>
            <a:ext cx="1152128" cy="5543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DMA CIRCULAR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23928" y="4660718"/>
            <a:ext cx="1152128" cy="5543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UART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62781" y="4505469"/>
            <a:ext cx="1656184" cy="76693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SERIAL TERMINAL (Putty)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71600" y="1118555"/>
            <a:ext cx="1152128" cy="5543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PC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71600" y="2131101"/>
            <a:ext cx="1152128" cy="5543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ANALOG INPUT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138737" y="2265663"/>
            <a:ext cx="1209127" cy="2771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Arrow 12"/>
          <p:cNvSpPr/>
          <p:nvPr/>
        </p:nvSpPr>
        <p:spPr>
          <a:xfrm>
            <a:off x="2138737" y="1278160"/>
            <a:ext cx="1209127" cy="235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ight Arrow 13"/>
          <p:cNvSpPr/>
          <p:nvPr/>
        </p:nvSpPr>
        <p:spPr>
          <a:xfrm>
            <a:off x="5686603" y="4720530"/>
            <a:ext cx="973946" cy="3368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Down Arrow 17"/>
          <p:cNvSpPr/>
          <p:nvPr/>
        </p:nvSpPr>
        <p:spPr>
          <a:xfrm>
            <a:off x="4332630" y="1672915"/>
            <a:ext cx="369129" cy="618035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Down Arrow 19"/>
          <p:cNvSpPr/>
          <p:nvPr/>
        </p:nvSpPr>
        <p:spPr>
          <a:xfrm>
            <a:off x="4315427" y="4042683"/>
            <a:ext cx="369129" cy="618035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Down Arrow 20"/>
          <p:cNvSpPr/>
          <p:nvPr/>
        </p:nvSpPr>
        <p:spPr>
          <a:xfrm>
            <a:off x="4332630" y="2827497"/>
            <a:ext cx="369129" cy="618035"/>
          </a:xfrm>
          <a:prstGeom prst="down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639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37</Words>
  <Application>Microsoft Office PowerPoint</Application>
  <PresentationFormat>On-screen Show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ADC Data Reading Using Timer and DMA on STM32</vt:lpstr>
      <vt:lpstr>BLOCK DIAGRAM </vt:lpstr>
      <vt:lpstr>Architecture Diagram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ADC Data Reading Using Timer and DMA on STM32</dc:title>
  <dc:creator>Siva Shankar</dc:creator>
  <cp:lastModifiedBy>Siva Shankar</cp:lastModifiedBy>
  <cp:revision>4</cp:revision>
  <dcterms:created xsi:type="dcterms:W3CDTF">2025-12-29T04:15:01Z</dcterms:created>
  <dcterms:modified xsi:type="dcterms:W3CDTF">2025-12-29T11:48:56Z</dcterms:modified>
</cp:coreProperties>
</file>